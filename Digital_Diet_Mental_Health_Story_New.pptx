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4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B7BCA4-C304-485E-BACD-405EC24D15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940EC26-2EB7-4B28-83F2-A4E9473C00A5}">
      <dgm:prSet/>
      <dgm:spPr/>
      <dgm:t>
        <a:bodyPr/>
        <a:lstStyle/>
        <a:p>
          <a:r>
            <a:rPr lang="en-US"/>
            <a:t>Raw data includes unstructured survey responses with key fields:</a:t>
          </a:r>
        </a:p>
      </dgm:t>
    </dgm:pt>
    <dgm:pt modelId="{6BA30E8D-C561-4012-9131-7A8818BBF34A}" type="parTrans" cxnId="{F3A650E1-EB2F-4414-A2A6-4E3091987A47}">
      <dgm:prSet/>
      <dgm:spPr/>
      <dgm:t>
        <a:bodyPr/>
        <a:lstStyle/>
        <a:p>
          <a:endParaRPr lang="en-US"/>
        </a:p>
      </dgm:t>
    </dgm:pt>
    <dgm:pt modelId="{A09D3BA7-B99E-490C-B957-7A362B8EFC84}" type="sibTrans" cxnId="{F3A650E1-EB2F-4414-A2A6-4E3091987A47}">
      <dgm:prSet/>
      <dgm:spPr/>
      <dgm:t>
        <a:bodyPr/>
        <a:lstStyle/>
        <a:p>
          <a:endParaRPr lang="en-US"/>
        </a:p>
      </dgm:t>
    </dgm:pt>
    <dgm:pt modelId="{F8A1D5FE-F733-4E2C-8927-C09ED4304763}">
      <dgm:prSet/>
      <dgm:spPr/>
      <dgm:t>
        <a:bodyPr/>
        <a:lstStyle/>
        <a:p>
          <a:r>
            <a:rPr lang="en-US"/>
            <a:t>- Screen Time (weekday/weekend)</a:t>
          </a:r>
        </a:p>
      </dgm:t>
    </dgm:pt>
    <dgm:pt modelId="{74A62587-3BFD-497C-94CB-469C84891259}" type="parTrans" cxnId="{500B62DC-979B-40D5-B57A-3ED5DBE5B9B1}">
      <dgm:prSet/>
      <dgm:spPr/>
      <dgm:t>
        <a:bodyPr/>
        <a:lstStyle/>
        <a:p>
          <a:endParaRPr lang="en-US"/>
        </a:p>
      </dgm:t>
    </dgm:pt>
    <dgm:pt modelId="{38343542-BC45-4E0B-9791-61437ACA2B6D}" type="sibTrans" cxnId="{500B62DC-979B-40D5-B57A-3ED5DBE5B9B1}">
      <dgm:prSet/>
      <dgm:spPr/>
      <dgm:t>
        <a:bodyPr/>
        <a:lstStyle/>
        <a:p>
          <a:endParaRPr lang="en-US"/>
        </a:p>
      </dgm:t>
    </dgm:pt>
    <dgm:pt modelId="{EBFD695C-3485-4B3A-8B2F-512367B7F46F}">
      <dgm:prSet/>
      <dgm:spPr/>
      <dgm:t>
        <a:bodyPr/>
        <a:lstStyle/>
        <a:p>
          <a:r>
            <a:rPr lang="en-US"/>
            <a:t>- Social Media Use</a:t>
          </a:r>
        </a:p>
      </dgm:t>
    </dgm:pt>
    <dgm:pt modelId="{8A6F91AB-8876-4A7E-9E22-35886D9E1E91}" type="parTrans" cxnId="{6C706AA7-3EE4-4EBD-AE8C-6235F50CC08A}">
      <dgm:prSet/>
      <dgm:spPr/>
      <dgm:t>
        <a:bodyPr/>
        <a:lstStyle/>
        <a:p>
          <a:endParaRPr lang="en-US"/>
        </a:p>
      </dgm:t>
    </dgm:pt>
    <dgm:pt modelId="{8C9B7400-BE46-496C-9810-5E596590AF86}" type="sibTrans" cxnId="{6C706AA7-3EE4-4EBD-AE8C-6235F50CC08A}">
      <dgm:prSet/>
      <dgm:spPr/>
      <dgm:t>
        <a:bodyPr/>
        <a:lstStyle/>
        <a:p>
          <a:endParaRPr lang="en-US"/>
        </a:p>
      </dgm:t>
    </dgm:pt>
    <dgm:pt modelId="{084012B1-AF10-4B60-8462-0D2B59E993A5}">
      <dgm:prSet/>
      <dgm:spPr/>
      <dgm:t>
        <a:bodyPr/>
        <a:lstStyle/>
        <a:p>
          <a:r>
            <a:rPr lang="en-US"/>
            <a:t>- Sleep Quality</a:t>
          </a:r>
        </a:p>
      </dgm:t>
    </dgm:pt>
    <dgm:pt modelId="{C96D42BF-706D-4421-97A8-8E7C31AD88CA}" type="parTrans" cxnId="{7C7A4744-0000-43D0-A047-8663BC62D194}">
      <dgm:prSet/>
      <dgm:spPr/>
      <dgm:t>
        <a:bodyPr/>
        <a:lstStyle/>
        <a:p>
          <a:endParaRPr lang="en-US"/>
        </a:p>
      </dgm:t>
    </dgm:pt>
    <dgm:pt modelId="{6AC87731-E8D8-439A-B6DA-29F4B0E5A05F}" type="sibTrans" cxnId="{7C7A4744-0000-43D0-A047-8663BC62D194}">
      <dgm:prSet/>
      <dgm:spPr/>
      <dgm:t>
        <a:bodyPr/>
        <a:lstStyle/>
        <a:p>
          <a:endParaRPr lang="en-US"/>
        </a:p>
      </dgm:t>
    </dgm:pt>
    <dgm:pt modelId="{F3C8C60E-472D-466C-9A8B-46FF09897EFD}">
      <dgm:prSet/>
      <dgm:spPr/>
      <dgm:t>
        <a:bodyPr/>
        <a:lstStyle/>
        <a:p>
          <a:r>
            <a:rPr lang="en-US"/>
            <a:t>- Stress, Productivity, Anxiety levels</a:t>
          </a:r>
        </a:p>
      </dgm:t>
    </dgm:pt>
    <dgm:pt modelId="{27D4B204-0841-43E0-93E6-F3E7AF5E880A}" type="parTrans" cxnId="{14A828AF-596E-41EA-A1AC-E80CA286E48E}">
      <dgm:prSet/>
      <dgm:spPr/>
      <dgm:t>
        <a:bodyPr/>
        <a:lstStyle/>
        <a:p>
          <a:endParaRPr lang="en-US"/>
        </a:p>
      </dgm:t>
    </dgm:pt>
    <dgm:pt modelId="{C1BF630B-48EC-4097-9AF4-FA4ADC969C36}" type="sibTrans" cxnId="{14A828AF-596E-41EA-A1AC-E80CA286E48E}">
      <dgm:prSet/>
      <dgm:spPr/>
      <dgm:t>
        <a:bodyPr/>
        <a:lstStyle/>
        <a:p>
          <a:endParaRPr lang="en-US"/>
        </a:p>
      </dgm:t>
    </dgm:pt>
    <dgm:pt modelId="{76D8A275-D2B6-47BC-B711-0995B4C93D18}">
      <dgm:prSet/>
      <dgm:spPr/>
      <dgm:t>
        <a:bodyPr/>
        <a:lstStyle/>
        <a:p>
          <a:r>
            <a:rPr lang="en-US"/>
            <a:t>Initial format was inconsistent and difficult to analyze directly.</a:t>
          </a:r>
        </a:p>
      </dgm:t>
    </dgm:pt>
    <dgm:pt modelId="{EDC5095F-8DA5-46A0-B407-ED3CDB803263}" type="parTrans" cxnId="{F4DE53FA-78C7-4704-931C-101DB19A8F31}">
      <dgm:prSet/>
      <dgm:spPr/>
      <dgm:t>
        <a:bodyPr/>
        <a:lstStyle/>
        <a:p>
          <a:endParaRPr lang="en-US"/>
        </a:p>
      </dgm:t>
    </dgm:pt>
    <dgm:pt modelId="{7D08C77F-E27E-43B3-811D-E1E5254288B9}" type="sibTrans" cxnId="{F4DE53FA-78C7-4704-931C-101DB19A8F31}">
      <dgm:prSet/>
      <dgm:spPr/>
      <dgm:t>
        <a:bodyPr/>
        <a:lstStyle/>
        <a:p>
          <a:endParaRPr lang="en-US"/>
        </a:p>
      </dgm:t>
    </dgm:pt>
    <dgm:pt modelId="{4B5CC6C8-80E7-41D3-8135-B3DD00F4469F}" type="pres">
      <dgm:prSet presAssocID="{18B7BCA4-C304-485E-BACD-405EC24D1512}" presName="root" presStyleCnt="0">
        <dgm:presLayoutVars>
          <dgm:dir/>
          <dgm:resizeHandles val="exact"/>
        </dgm:presLayoutVars>
      </dgm:prSet>
      <dgm:spPr/>
    </dgm:pt>
    <dgm:pt modelId="{32F7A29B-3D5F-4085-B18D-4E09C77C4F16}" type="pres">
      <dgm:prSet presAssocID="{B940EC26-2EB7-4B28-83F2-A4E9473C00A5}" presName="compNode" presStyleCnt="0"/>
      <dgm:spPr/>
    </dgm:pt>
    <dgm:pt modelId="{F37332E2-2A3F-4530-87B6-9CC16FE34CA2}" type="pres">
      <dgm:prSet presAssocID="{B940EC26-2EB7-4B28-83F2-A4E9473C00A5}" presName="bgRect" presStyleLbl="bgShp" presStyleIdx="0" presStyleCnt="6"/>
      <dgm:spPr/>
    </dgm:pt>
    <dgm:pt modelId="{14F150FE-3E5A-40D7-909E-0C3E9CF175C7}" type="pres">
      <dgm:prSet presAssocID="{B940EC26-2EB7-4B28-83F2-A4E9473C00A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07171CB-E545-4E85-AE9E-EE7F712E18AE}" type="pres">
      <dgm:prSet presAssocID="{B940EC26-2EB7-4B28-83F2-A4E9473C00A5}" presName="spaceRect" presStyleCnt="0"/>
      <dgm:spPr/>
    </dgm:pt>
    <dgm:pt modelId="{3E6FDE05-17FE-4206-B999-C51E2FCB61DA}" type="pres">
      <dgm:prSet presAssocID="{B940EC26-2EB7-4B28-83F2-A4E9473C00A5}" presName="parTx" presStyleLbl="revTx" presStyleIdx="0" presStyleCnt="6">
        <dgm:presLayoutVars>
          <dgm:chMax val="0"/>
          <dgm:chPref val="0"/>
        </dgm:presLayoutVars>
      </dgm:prSet>
      <dgm:spPr/>
    </dgm:pt>
    <dgm:pt modelId="{6211F212-EA1F-4037-B8B4-DCE17A15CBEA}" type="pres">
      <dgm:prSet presAssocID="{A09D3BA7-B99E-490C-B957-7A362B8EFC84}" presName="sibTrans" presStyleCnt="0"/>
      <dgm:spPr/>
    </dgm:pt>
    <dgm:pt modelId="{E64386DC-B7DA-4325-9920-EC88A311E845}" type="pres">
      <dgm:prSet presAssocID="{F8A1D5FE-F733-4E2C-8927-C09ED4304763}" presName="compNode" presStyleCnt="0"/>
      <dgm:spPr/>
    </dgm:pt>
    <dgm:pt modelId="{C84DE63D-3263-46E3-82B5-D477667299C8}" type="pres">
      <dgm:prSet presAssocID="{F8A1D5FE-F733-4E2C-8927-C09ED4304763}" presName="bgRect" presStyleLbl="bgShp" presStyleIdx="1" presStyleCnt="6"/>
      <dgm:spPr/>
    </dgm:pt>
    <dgm:pt modelId="{B0335294-C690-437F-9511-7347BC0BBEC6}" type="pres">
      <dgm:prSet presAssocID="{F8A1D5FE-F733-4E2C-8927-C09ED430476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01FCB882-BFBC-45E4-9058-1F4ECEA0A889}" type="pres">
      <dgm:prSet presAssocID="{F8A1D5FE-F733-4E2C-8927-C09ED4304763}" presName="spaceRect" presStyleCnt="0"/>
      <dgm:spPr/>
    </dgm:pt>
    <dgm:pt modelId="{DF52F9E3-72C7-4D2C-BAD3-A43BCB066802}" type="pres">
      <dgm:prSet presAssocID="{F8A1D5FE-F733-4E2C-8927-C09ED4304763}" presName="parTx" presStyleLbl="revTx" presStyleIdx="1" presStyleCnt="6">
        <dgm:presLayoutVars>
          <dgm:chMax val="0"/>
          <dgm:chPref val="0"/>
        </dgm:presLayoutVars>
      </dgm:prSet>
      <dgm:spPr/>
    </dgm:pt>
    <dgm:pt modelId="{1C1E2A9E-33AF-4514-AA0C-130398C98280}" type="pres">
      <dgm:prSet presAssocID="{38343542-BC45-4E0B-9791-61437ACA2B6D}" presName="sibTrans" presStyleCnt="0"/>
      <dgm:spPr/>
    </dgm:pt>
    <dgm:pt modelId="{85C08ED3-1041-4DF7-9ECC-9DAB69298181}" type="pres">
      <dgm:prSet presAssocID="{EBFD695C-3485-4B3A-8B2F-512367B7F46F}" presName="compNode" presStyleCnt="0"/>
      <dgm:spPr/>
    </dgm:pt>
    <dgm:pt modelId="{5776D092-C8BB-4F0D-AAE5-556B2918120F}" type="pres">
      <dgm:prSet presAssocID="{EBFD695C-3485-4B3A-8B2F-512367B7F46F}" presName="bgRect" presStyleLbl="bgShp" presStyleIdx="2" presStyleCnt="6"/>
      <dgm:spPr/>
    </dgm:pt>
    <dgm:pt modelId="{63FA162C-6BCB-46FE-8382-94085F21EFB1}" type="pres">
      <dgm:prSet presAssocID="{EBFD695C-3485-4B3A-8B2F-512367B7F46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5D33B74E-C0D8-4C2E-AAB0-56222819BE88}" type="pres">
      <dgm:prSet presAssocID="{EBFD695C-3485-4B3A-8B2F-512367B7F46F}" presName="spaceRect" presStyleCnt="0"/>
      <dgm:spPr/>
    </dgm:pt>
    <dgm:pt modelId="{3B04CBE5-55CB-4264-BE9A-9D12CDAE7097}" type="pres">
      <dgm:prSet presAssocID="{EBFD695C-3485-4B3A-8B2F-512367B7F46F}" presName="parTx" presStyleLbl="revTx" presStyleIdx="2" presStyleCnt="6">
        <dgm:presLayoutVars>
          <dgm:chMax val="0"/>
          <dgm:chPref val="0"/>
        </dgm:presLayoutVars>
      </dgm:prSet>
      <dgm:spPr/>
    </dgm:pt>
    <dgm:pt modelId="{471E18AC-0124-47EA-ACBD-349FFB382487}" type="pres">
      <dgm:prSet presAssocID="{8C9B7400-BE46-496C-9810-5E596590AF86}" presName="sibTrans" presStyleCnt="0"/>
      <dgm:spPr/>
    </dgm:pt>
    <dgm:pt modelId="{5C78EC7A-4BF0-40C2-A67A-4243FA1075A3}" type="pres">
      <dgm:prSet presAssocID="{084012B1-AF10-4B60-8462-0D2B59E993A5}" presName="compNode" presStyleCnt="0"/>
      <dgm:spPr/>
    </dgm:pt>
    <dgm:pt modelId="{83781B08-4076-40C6-A1F2-C3F7C0C8D849}" type="pres">
      <dgm:prSet presAssocID="{084012B1-AF10-4B60-8462-0D2B59E993A5}" presName="bgRect" presStyleLbl="bgShp" presStyleIdx="3" presStyleCnt="6"/>
      <dgm:spPr/>
    </dgm:pt>
    <dgm:pt modelId="{7C7797A9-7439-4E40-91A2-50B94ECECE54}" type="pres">
      <dgm:prSet presAssocID="{084012B1-AF10-4B60-8462-0D2B59E993A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A8665FCA-455E-44B5-B45B-0CA9C511B139}" type="pres">
      <dgm:prSet presAssocID="{084012B1-AF10-4B60-8462-0D2B59E993A5}" presName="spaceRect" presStyleCnt="0"/>
      <dgm:spPr/>
    </dgm:pt>
    <dgm:pt modelId="{F3FBF159-5473-4BBD-9126-2FD432C4A57F}" type="pres">
      <dgm:prSet presAssocID="{084012B1-AF10-4B60-8462-0D2B59E993A5}" presName="parTx" presStyleLbl="revTx" presStyleIdx="3" presStyleCnt="6">
        <dgm:presLayoutVars>
          <dgm:chMax val="0"/>
          <dgm:chPref val="0"/>
        </dgm:presLayoutVars>
      </dgm:prSet>
      <dgm:spPr/>
    </dgm:pt>
    <dgm:pt modelId="{DB71F851-84E1-48B0-9AF2-371A1556C639}" type="pres">
      <dgm:prSet presAssocID="{6AC87731-E8D8-439A-B6DA-29F4B0E5A05F}" presName="sibTrans" presStyleCnt="0"/>
      <dgm:spPr/>
    </dgm:pt>
    <dgm:pt modelId="{FBCDAE1B-8D78-451F-BCBA-D57EE50C7675}" type="pres">
      <dgm:prSet presAssocID="{F3C8C60E-472D-466C-9A8B-46FF09897EFD}" presName="compNode" presStyleCnt="0"/>
      <dgm:spPr/>
    </dgm:pt>
    <dgm:pt modelId="{994A1FA7-6E6C-4396-A1C2-2EABE24D85EA}" type="pres">
      <dgm:prSet presAssocID="{F3C8C60E-472D-466C-9A8B-46FF09897EFD}" presName="bgRect" presStyleLbl="bgShp" presStyleIdx="4" presStyleCnt="6"/>
      <dgm:spPr/>
    </dgm:pt>
    <dgm:pt modelId="{5242DC02-3477-4B28-AD5A-1C4063F71D41}" type="pres">
      <dgm:prSet presAssocID="{F3C8C60E-472D-466C-9A8B-46FF09897EF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ried Face with No Fill"/>
        </a:ext>
      </dgm:extLst>
    </dgm:pt>
    <dgm:pt modelId="{FE889AE1-DF7B-40C9-817E-73F4881867D0}" type="pres">
      <dgm:prSet presAssocID="{F3C8C60E-472D-466C-9A8B-46FF09897EFD}" presName="spaceRect" presStyleCnt="0"/>
      <dgm:spPr/>
    </dgm:pt>
    <dgm:pt modelId="{280C482B-8684-4462-8C45-16F97383D003}" type="pres">
      <dgm:prSet presAssocID="{F3C8C60E-472D-466C-9A8B-46FF09897EFD}" presName="parTx" presStyleLbl="revTx" presStyleIdx="4" presStyleCnt="6">
        <dgm:presLayoutVars>
          <dgm:chMax val="0"/>
          <dgm:chPref val="0"/>
        </dgm:presLayoutVars>
      </dgm:prSet>
      <dgm:spPr/>
    </dgm:pt>
    <dgm:pt modelId="{9F12E19A-B43A-4B8E-80EA-D54E7BF63678}" type="pres">
      <dgm:prSet presAssocID="{C1BF630B-48EC-4097-9AF4-FA4ADC969C36}" presName="sibTrans" presStyleCnt="0"/>
      <dgm:spPr/>
    </dgm:pt>
    <dgm:pt modelId="{CA31D115-86AF-4F9F-8CC5-2ABAB7CA03EF}" type="pres">
      <dgm:prSet presAssocID="{76D8A275-D2B6-47BC-B711-0995B4C93D18}" presName="compNode" presStyleCnt="0"/>
      <dgm:spPr/>
    </dgm:pt>
    <dgm:pt modelId="{4994A497-E971-4F5F-A874-0BA9D59D6480}" type="pres">
      <dgm:prSet presAssocID="{76D8A275-D2B6-47BC-B711-0995B4C93D18}" presName="bgRect" presStyleLbl="bgShp" presStyleIdx="5" presStyleCnt="6"/>
      <dgm:spPr/>
    </dgm:pt>
    <dgm:pt modelId="{0A9B7301-BB9D-4ED2-8505-FA377C8D14F5}" type="pres">
      <dgm:prSet presAssocID="{76D8A275-D2B6-47BC-B711-0995B4C93D1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5C5AC8F-29A4-43C7-B714-F90E9BD321B0}" type="pres">
      <dgm:prSet presAssocID="{76D8A275-D2B6-47BC-B711-0995B4C93D18}" presName="spaceRect" presStyleCnt="0"/>
      <dgm:spPr/>
    </dgm:pt>
    <dgm:pt modelId="{2679E998-B563-456F-9798-339145E439B1}" type="pres">
      <dgm:prSet presAssocID="{76D8A275-D2B6-47BC-B711-0995B4C93D1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C7A4744-0000-43D0-A047-8663BC62D194}" srcId="{18B7BCA4-C304-485E-BACD-405EC24D1512}" destId="{084012B1-AF10-4B60-8462-0D2B59E993A5}" srcOrd="3" destOrd="0" parTransId="{C96D42BF-706D-4421-97A8-8E7C31AD88CA}" sibTransId="{6AC87731-E8D8-439A-B6DA-29F4B0E5A05F}"/>
    <dgm:cxn modelId="{16E8814E-72AA-497F-93E4-6E62B6467933}" type="presOf" srcId="{EBFD695C-3485-4B3A-8B2F-512367B7F46F}" destId="{3B04CBE5-55CB-4264-BE9A-9D12CDAE7097}" srcOrd="0" destOrd="0" presId="urn:microsoft.com/office/officeart/2018/2/layout/IconVerticalSolidList"/>
    <dgm:cxn modelId="{DDFBE74F-5884-4A97-A0A3-0F1583446AB0}" type="presOf" srcId="{084012B1-AF10-4B60-8462-0D2B59E993A5}" destId="{F3FBF159-5473-4BBD-9126-2FD432C4A57F}" srcOrd="0" destOrd="0" presId="urn:microsoft.com/office/officeart/2018/2/layout/IconVerticalSolidList"/>
    <dgm:cxn modelId="{41936B86-1342-42BD-BC19-B372F9FE1C7E}" type="presOf" srcId="{B940EC26-2EB7-4B28-83F2-A4E9473C00A5}" destId="{3E6FDE05-17FE-4206-B999-C51E2FCB61DA}" srcOrd="0" destOrd="0" presId="urn:microsoft.com/office/officeart/2018/2/layout/IconVerticalSolidList"/>
    <dgm:cxn modelId="{6C706AA7-3EE4-4EBD-AE8C-6235F50CC08A}" srcId="{18B7BCA4-C304-485E-BACD-405EC24D1512}" destId="{EBFD695C-3485-4B3A-8B2F-512367B7F46F}" srcOrd="2" destOrd="0" parTransId="{8A6F91AB-8876-4A7E-9E22-35886D9E1E91}" sibTransId="{8C9B7400-BE46-496C-9810-5E596590AF86}"/>
    <dgm:cxn modelId="{5F90A0AC-D81A-4B84-B05E-6630624FECAE}" type="presOf" srcId="{18B7BCA4-C304-485E-BACD-405EC24D1512}" destId="{4B5CC6C8-80E7-41D3-8135-B3DD00F4469F}" srcOrd="0" destOrd="0" presId="urn:microsoft.com/office/officeart/2018/2/layout/IconVerticalSolidList"/>
    <dgm:cxn modelId="{14A828AF-596E-41EA-A1AC-E80CA286E48E}" srcId="{18B7BCA4-C304-485E-BACD-405EC24D1512}" destId="{F3C8C60E-472D-466C-9A8B-46FF09897EFD}" srcOrd="4" destOrd="0" parTransId="{27D4B204-0841-43E0-93E6-F3E7AF5E880A}" sibTransId="{C1BF630B-48EC-4097-9AF4-FA4ADC969C36}"/>
    <dgm:cxn modelId="{CDAAC5CA-5518-4AA4-9440-109545DDE967}" type="presOf" srcId="{76D8A275-D2B6-47BC-B711-0995B4C93D18}" destId="{2679E998-B563-456F-9798-339145E439B1}" srcOrd="0" destOrd="0" presId="urn:microsoft.com/office/officeart/2018/2/layout/IconVerticalSolidList"/>
    <dgm:cxn modelId="{500B62DC-979B-40D5-B57A-3ED5DBE5B9B1}" srcId="{18B7BCA4-C304-485E-BACD-405EC24D1512}" destId="{F8A1D5FE-F733-4E2C-8927-C09ED4304763}" srcOrd="1" destOrd="0" parTransId="{74A62587-3BFD-497C-94CB-469C84891259}" sibTransId="{38343542-BC45-4E0B-9791-61437ACA2B6D}"/>
    <dgm:cxn modelId="{F3A650E1-EB2F-4414-A2A6-4E3091987A47}" srcId="{18B7BCA4-C304-485E-BACD-405EC24D1512}" destId="{B940EC26-2EB7-4B28-83F2-A4E9473C00A5}" srcOrd="0" destOrd="0" parTransId="{6BA30E8D-C561-4012-9131-7A8818BBF34A}" sibTransId="{A09D3BA7-B99E-490C-B957-7A362B8EFC84}"/>
    <dgm:cxn modelId="{63249BE9-759B-4B26-9380-19F981433816}" type="presOf" srcId="{F8A1D5FE-F733-4E2C-8927-C09ED4304763}" destId="{DF52F9E3-72C7-4D2C-BAD3-A43BCB066802}" srcOrd="0" destOrd="0" presId="urn:microsoft.com/office/officeart/2018/2/layout/IconVerticalSolidList"/>
    <dgm:cxn modelId="{EC6D65EF-40C3-4FED-A062-B24A3BF6DE59}" type="presOf" srcId="{F3C8C60E-472D-466C-9A8B-46FF09897EFD}" destId="{280C482B-8684-4462-8C45-16F97383D003}" srcOrd="0" destOrd="0" presId="urn:microsoft.com/office/officeart/2018/2/layout/IconVerticalSolidList"/>
    <dgm:cxn modelId="{F4DE53FA-78C7-4704-931C-101DB19A8F31}" srcId="{18B7BCA4-C304-485E-BACD-405EC24D1512}" destId="{76D8A275-D2B6-47BC-B711-0995B4C93D18}" srcOrd="5" destOrd="0" parTransId="{EDC5095F-8DA5-46A0-B407-ED3CDB803263}" sibTransId="{7D08C77F-E27E-43B3-811D-E1E5254288B9}"/>
    <dgm:cxn modelId="{9DF75F90-07EF-45BD-A4C5-23A243F19160}" type="presParOf" srcId="{4B5CC6C8-80E7-41D3-8135-B3DD00F4469F}" destId="{32F7A29B-3D5F-4085-B18D-4E09C77C4F16}" srcOrd="0" destOrd="0" presId="urn:microsoft.com/office/officeart/2018/2/layout/IconVerticalSolidList"/>
    <dgm:cxn modelId="{E6ACD1F5-45F7-476E-903E-B6D0C4D70B33}" type="presParOf" srcId="{32F7A29B-3D5F-4085-B18D-4E09C77C4F16}" destId="{F37332E2-2A3F-4530-87B6-9CC16FE34CA2}" srcOrd="0" destOrd="0" presId="urn:microsoft.com/office/officeart/2018/2/layout/IconVerticalSolidList"/>
    <dgm:cxn modelId="{E0442E2E-3F06-453B-A7B1-3FE382CC0643}" type="presParOf" srcId="{32F7A29B-3D5F-4085-B18D-4E09C77C4F16}" destId="{14F150FE-3E5A-40D7-909E-0C3E9CF175C7}" srcOrd="1" destOrd="0" presId="urn:microsoft.com/office/officeart/2018/2/layout/IconVerticalSolidList"/>
    <dgm:cxn modelId="{51B3D079-424A-404A-889A-AE6BA2F10677}" type="presParOf" srcId="{32F7A29B-3D5F-4085-B18D-4E09C77C4F16}" destId="{007171CB-E545-4E85-AE9E-EE7F712E18AE}" srcOrd="2" destOrd="0" presId="urn:microsoft.com/office/officeart/2018/2/layout/IconVerticalSolidList"/>
    <dgm:cxn modelId="{9683565E-2D42-4235-9B1E-951ED5B6F384}" type="presParOf" srcId="{32F7A29B-3D5F-4085-B18D-4E09C77C4F16}" destId="{3E6FDE05-17FE-4206-B999-C51E2FCB61DA}" srcOrd="3" destOrd="0" presId="urn:microsoft.com/office/officeart/2018/2/layout/IconVerticalSolidList"/>
    <dgm:cxn modelId="{768C1339-0215-4090-A699-D41A7D7DF332}" type="presParOf" srcId="{4B5CC6C8-80E7-41D3-8135-B3DD00F4469F}" destId="{6211F212-EA1F-4037-B8B4-DCE17A15CBEA}" srcOrd="1" destOrd="0" presId="urn:microsoft.com/office/officeart/2018/2/layout/IconVerticalSolidList"/>
    <dgm:cxn modelId="{C70C88FD-FE44-4C7C-BE24-B5620AE2A79E}" type="presParOf" srcId="{4B5CC6C8-80E7-41D3-8135-B3DD00F4469F}" destId="{E64386DC-B7DA-4325-9920-EC88A311E845}" srcOrd="2" destOrd="0" presId="urn:microsoft.com/office/officeart/2018/2/layout/IconVerticalSolidList"/>
    <dgm:cxn modelId="{AAF72427-7F32-48A2-801D-E8CE0F867643}" type="presParOf" srcId="{E64386DC-B7DA-4325-9920-EC88A311E845}" destId="{C84DE63D-3263-46E3-82B5-D477667299C8}" srcOrd="0" destOrd="0" presId="urn:microsoft.com/office/officeart/2018/2/layout/IconVerticalSolidList"/>
    <dgm:cxn modelId="{F8520A65-B1E2-46A8-859A-45C6D0FBCE61}" type="presParOf" srcId="{E64386DC-B7DA-4325-9920-EC88A311E845}" destId="{B0335294-C690-437F-9511-7347BC0BBEC6}" srcOrd="1" destOrd="0" presId="urn:microsoft.com/office/officeart/2018/2/layout/IconVerticalSolidList"/>
    <dgm:cxn modelId="{FBD02AE6-C434-452D-B423-6919639B0DC1}" type="presParOf" srcId="{E64386DC-B7DA-4325-9920-EC88A311E845}" destId="{01FCB882-BFBC-45E4-9058-1F4ECEA0A889}" srcOrd="2" destOrd="0" presId="urn:microsoft.com/office/officeart/2018/2/layout/IconVerticalSolidList"/>
    <dgm:cxn modelId="{BFD9A83E-CC9D-4A48-8DEE-C8A42F4BE084}" type="presParOf" srcId="{E64386DC-B7DA-4325-9920-EC88A311E845}" destId="{DF52F9E3-72C7-4D2C-BAD3-A43BCB066802}" srcOrd="3" destOrd="0" presId="urn:microsoft.com/office/officeart/2018/2/layout/IconVerticalSolidList"/>
    <dgm:cxn modelId="{D3331AA9-6ED6-4210-9976-4B0460BD2297}" type="presParOf" srcId="{4B5CC6C8-80E7-41D3-8135-B3DD00F4469F}" destId="{1C1E2A9E-33AF-4514-AA0C-130398C98280}" srcOrd="3" destOrd="0" presId="urn:microsoft.com/office/officeart/2018/2/layout/IconVerticalSolidList"/>
    <dgm:cxn modelId="{00BEC310-734E-43FF-991E-8BCAF844CB18}" type="presParOf" srcId="{4B5CC6C8-80E7-41D3-8135-B3DD00F4469F}" destId="{85C08ED3-1041-4DF7-9ECC-9DAB69298181}" srcOrd="4" destOrd="0" presId="urn:microsoft.com/office/officeart/2018/2/layout/IconVerticalSolidList"/>
    <dgm:cxn modelId="{6F951738-85A6-4F26-A25B-A80D711C2BEF}" type="presParOf" srcId="{85C08ED3-1041-4DF7-9ECC-9DAB69298181}" destId="{5776D092-C8BB-4F0D-AAE5-556B2918120F}" srcOrd="0" destOrd="0" presId="urn:microsoft.com/office/officeart/2018/2/layout/IconVerticalSolidList"/>
    <dgm:cxn modelId="{BD909C62-38B4-4705-9D0D-44329571CDE2}" type="presParOf" srcId="{85C08ED3-1041-4DF7-9ECC-9DAB69298181}" destId="{63FA162C-6BCB-46FE-8382-94085F21EFB1}" srcOrd="1" destOrd="0" presId="urn:microsoft.com/office/officeart/2018/2/layout/IconVerticalSolidList"/>
    <dgm:cxn modelId="{E7B4BDCB-566E-4092-A911-78C31628A141}" type="presParOf" srcId="{85C08ED3-1041-4DF7-9ECC-9DAB69298181}" destId="{5D33B74E-C0D8-4C2E-AAB0-56222819BE88}" srcOrd="2" destOrd="0" presId="urn:microsoft.com/office/officeart/2018/2/layout/IconVerticalSolidList"/>
    <dgm:cxn modelId="{C93E41C3-9E7E-409A-88BB-CE1E9894752D}" type="presParOf" srcId="{85C08ED3-1041-4DF7-9ECC-9DAB69298181}" destId="{3B04CBE5-55CB-4264-BE9A-9D12CDAE7097}" srcOrd="3" destOrd="0" presId="urn:microsoft.com/office/officeart/2018/2/layout/IconVerticalSolidList"/>
    <dgm:cxn modelId="{D69449C4-2D0A-46AA-8BC3-13301BD6A35E}" type="presParOf" srcId="{4B5CC6C8-80E7-41D3-8135-B3DD00F4469F}" destId="{471E18AC-0124-47EA-ACBD-349FFB382487}" srcOrd="5" destOrd="0" presId="urn:microsoft.com/office/officeart/2018/2/layout/IconVerticalSolidList"/>
    <dgm:cxn modelId="{6C82B0AA-E140-49FA-AD20-AF939F44518E}" type="presParOf" srcId="{4B5CC6C8-80E7-41D3-8135-B3DD00F4469F}" destId="{5C78EC7A-4BF0-40C2-A67A-4243FA1075A3}" srcOrd="6" destOrd="0" presId="urn:microsoft.com/office/officeart/2018/2/layout/IconVerticalSolidList"/>
    <dgm:cxn modelId="{659EEC6C-75BB-42F7-B34F-3E0CCA1B8622}" type="presParOf" srcId="{5C78EC7A-4BF0-40C2-A67A-4243FA1075A3}" destId="{83781B08-4076-40C6-A1F2-C3F7C0C8D849}" srcOrd="0" destOrd="0" presId="urn:microsoft.com/office/officeart/2018/2/layout/IconVerticalSolidList"/>
    <dgm:cxn modelId="{D6C7FEFA-1E81-498C-9E9C-4690392BED6B}" type="presParOf" srcId="{5C78EC7A-4BF0-40C2-A67A-4243FA1075A3}" destId="{7C7797A9-7439-4E40-91A2-50B94ECECE54}" srcOrd="1" destOrd="0" presId="urn:microsoft.com/office/officeart/2018/2/layout/IconVerticalSolidList"/>
    <dgm:cxn modelId="{10DF4541-7B6D-42DA-978B-D1C6AEE540C6}" type="presParOf" srcId="{5C78EC7A-4BF0-40C2-A67A-4243FA1075A3}" destId="{A8665FCA-455E-44B5-B45B-0CA9C511B139}" srcOrd="2" destOrd="0" presId="urn:microsoft.com/office/officeart/2018/2/layout/IconVerticalSolidList"/>
    <dgm:cxn modelId="{E899F842-075F-4864-B39C-869725D65E2C}" type="presParOf" srcId="{5C78EC7A-4BF0-40C2-A67A-4243FA1075A3}" destId="{F3FBF159-5473-4BBD-9126-2FD432C4A57F}" srcOrd="3" destOrd="0" presId="urn:microsoft.com/office/officeart/2018/2/layout/IconVerticalSolidList"/>
    <dgm:cxn modelId="{9F93C767-674F-45E3-AE40-5187145FF86F}" type="presParOf" srcId="{4B5CC6C8-80E7-41D3-8135-B3DD00F4469F}" destId="{DB71F851-84E1-48B0-9AF2-371A1556C639}" srcOrd="7" destOrd="0" presId="urn:microsoft.com/office/officeart/2018/2/layout/IconVerticalSolidList"/>
    <dgm:cxn modelId="{5B8705C0-D049-4BA5-A665-ACF30B7A2855}" type="presParOf" srcId="{4B5CC6C8-80E7-41D3-8135-B3DD00F4469F}" destId="{FBCDAE1B-8D78-451F-BCBA-D57EE50C7675}" srcOrd="8" destOrd="0" presId="urn:microsoft.com/office/officeart/2018/2/layout/IconVerticalSolidList"/>
    <dgm:cxn modelId="{8844E28C-F4C0-4CE1-A001-8E3402AF8508}" type="presParOf" srcId="{FBCDAE1B-8D78-451F-BCBA-D57EE50C7675}" destId="{994A1FA7-6E6C-4396-A1C2-2EABE24D85EA}" srcOrd="0" destOrd="0" presId="urn:microsoft.com/office/officeart/2018/2/layout/IconVerticalSolidList"/>
    <dgm:cxn modelId="{53C1A7A5-C923-4149-A202-5B9E6A0CD86D}" type="presParOf" srcId="{FBCDAE1B-8D78-451F-BCBA-D57EE50C7675}" destId="{5242DC02-3477-4B28-AD5A-1C4063F71D41}" srcOrd="1" destOrd="0" presId="urn:microsoft.com/office/officeart/2018/2/layout/IconVerticalSolidList"/>
    <dgm:cxn modelId="{FC78809E-90B6-4C42-A1FB-467D4AAC46EA}" type="presParOf" srcId="{FBCDAE1B-8D78-451F-BCBA-D57EE50C7675}" destId="{FE889AE1-DF7B-40C9-817E-73F4881867D0}" srcOrd="2" destOrd="0" presId="urn:microsoft.com/office/officeart/2018/2/layout/IconVerticalSolidList"/>
    <dgm:cxn modelId="{31300435-59DD-4FAE-BC25-D7D9B549707D}" type="presParOf" srcId="{FBCDAE1B-8D78-451F-BCBA-D57EE50C7675}" destId="{280C482B-8684-4462-8C45-16F97383D003}" srcOrd="3" destOrd="0" presId="urn:microsoft.com/office/officeart/2018/2/layout/IconVerticalSolidList"/>
    <dgm:cxn modelId="{CD55BF6F-8ABB-41A0-84CC-1F4B3F18C33D}" type="presParOf" srcId="{4B5CC6C8-80E7-41D3-8135-B3DD00F4469F}" destId="{9F12E19A-B43A-4B8E-80EA-D54E7BF63678}" srcOrd="9" destOrd="0" presId="urn:microsoft.com/office/officeart/2018/2/layout/IconVerticalSolidList"/>
    <dgm:cxn modelId="{25B210EE-45CC-4477-ABA7-5C25ED5B28E2}" type="presParOf" srcId="{4B5CC6C8-80E7-41D3-8135-B3DD00F4469F}" destId="{CA31D115-86AF-4F9F-8CC5-2ABAB7CA03EF}" srcOrd="10" destOrd="0" presId="urn:microsoft.com/office/officeart/2018/2/layout/IconVerticalSolidList"/>
    <dgm:cxn modelId="{2D8E8DD9-87F0-4480-AD36-2B8754ABF780}" type="presParOf" srcId="{CA31D115-86AF-4F9F-8CC5-2ABAB7CA03EF}" destId="{4994A497-E971-4F5F-A874-0BA9D59D6480}" srcOrd="0" destOrd="0" presId="urn:microsoft.com/office/officeart/2018/2/layout/IconVerticalSolidList"/>
    <dgm:cxn modelId="{FDF4BDB0-937B-4F61-8946-2EE31A57F731}" type="presParOf" srcId="{CA31D115-86AF-4F9F-8CC5-2ABAB7CA03EF}" destId="{0A9B7301-BB9D-4ED2-8505-FA377C8D14F5}" srcOrd="1" destOrd="0" presId="urn:microsoft.com/office/officeart/2018/2/layout/IconVerticalSolidList"/>
    <dgm:cxn modelId="{8164EC5F-696A-4F85-9B5D-097BF1167BAB}" type="presParOf" srcId="{CA31D115-86AF-4F9F-8CC5-2ABAB7CA03EF}" destId="{75C5AC8F-29A4-43C7-B714-F90E9BD321B0}" srcOrd="2" destOrd="0" presId="urn:microsoft.com/office/officeart/2018/2/layout/IconVerticalSolidList"/>
    <dgm:cxn modelId="{2DAD78F8-53EF-4B5C-B166-7593A4AA45F5}" type="presParOf" srcId="{CA31D115-86AF-4F9F-8CC5-2ABAB7CA03EF}" destId="{2679E998-B563-456F-9798-339145E439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EE992F-89DA-4D4D-9B8E-BBA6F595B930}" type="doc">
      <dgm:prSet loTypeId="urn:microsoft.com/office/officeart/2018/2/layout/IconVerticalSolidList" loCatId="icon" qsTypeId="urn:microsoft.com/office/officeart/2005/8/quickstyle/3d3" qsCatId="3D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59A4DB-09A2-46B8-BE98-D76A681493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Insights derived through interactivity:</a:t>
          </a:r>
        </a:p>
      </dgm:t>
    </dgm:pt>
    <dgm:pt modelId="{9CB659E1-87A2-41DF-B289-5FA1D4AED87E}" type="parTrans" cxnId="{A5F0E6AF-8710-4112-8C51-931B8F585EE2}">
      <dgm:prSet/>
      <dgm:spPr/>
      <dgm:t>
        <a:bodyPr/>
        <a:lstStyle/>
        <a:p>
          <a:endParaRPr lang="en-US"/>
        </a:p>
      </dgm:t>
    </dgm:pt>
    <dgm:pt modelId="{B75754A9-A9B1-4355-A4D7-C1C84012EB85}" type="sibTrans" cxnId="{A5F0E6AF-8710-4112-8C51-931B8F585EE2}">
      <dgm:prSet/>
      <dgm:spPr/>
      <dgm:t>
        <a:bodyPr/>
        <a:lstStyle/>
        <a:p>
          <a:endParaRPr lang="en-US"/>
        </a:p>
      </dgm:t>
    </dgm:pt>
    <dgm:pt modelId="{22A9CBC1-68A7-43ED-8B23-E399B90C23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Students with &gt;6 </a:t>
          </a:r>
          <a:r>
            <a:rPr lang="en-US" dirty="0" err="1"/>
            <a:t>hrs</a:t>
          </a:r>
          <a:r>
            <a:rPr lang="en-US" dirty="0"/>
            <a:t> of screen time report 30% higher stress.</a:t>
          </a:r>
        </a:p>
      </dgm:t>
    </dgm:pt>
    <dgm:pt modelId="{E3B5B78B-2B39-45CD-8D34-E6E7ED053337}" type="parTrans" cxnId="{4A799336-24B9-44EE-80DC-09434279CA69}">
      <dgm:prSet/>
      <dgm:spPr/>
      <dgm:t>
        <a:bodyPr/>
        <a:lstStyle/>
        <a:p>
          <a:endParaRPr lang="en-US"/>
        </a:p>
      </dgm:t>
    </dgm:pt>
    <dgm:pt modelId="{FACF634E-10AA-4655-943F-BF52B5BD6EC9}" type="sibTrans" cxnId="{4A799336-24B9-44EE-80DC-09434279CA69}">
      <dgm:prSet/>
      <dgm:spPr/>
      <dgm:t>
        <a:bodyPr/>
        <a:lstStyle/>
        <a:p>
          <a:endParaRPr lang="en-US"/>
        </a:p>
      </dgm:t>
    </dgm:pt>
    <dgm:pt modelId="{E474783E-EA00-4496-A565-BF7BF20A2E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Weekend screen time more strongly correlates with </a:t>
          </a:r>
          <a:r>
            <a:rPr lang="en-US"/>
            <a:t>poor sleep</a:t>
          </a:r>
          <a:endParaRPr lang="en-US" dirty="0"/>
        </a:p>
      </dgm:t>
    </dgm:pt>
    <dgm:pt modelId="{6A9931A1-8817-4723-85F4-602E6B86D904}" type="parTrans" cxnId="{3BE46D06-D881-492D-B7DF-C7D5CD163C20}">
      <dgm:prSet/>
      <dgm:spPr/>
      <dgm:t>
        <a:bodyPr/>
        <a:lstStyle/>
        <a:p>
          <a:endParaRPr lang="en-US"/>
        </a:p>
      </dgm:t>
    </dgm:pt>
    <dgm:pt modelId="{7C6D7673-22C8-43E9-B7B8-C3D2A15A8D27}" type="sibTrans" cxnId="{3BE46D06-D881-492D-B7DF-C7D5CD163C20}">
      <dgm:prSet/>
      <dgm:spPr/>
      <dgm:t>
        <a:bodyPr/>
        <a:lstStyle/>
        <a:p>
          <a:endParaRPr lang="en-US"/>
        </a:p>
      </dgm:t>
    </dgm:pt>
    <dgm:pt modelId="{F2C161DC-3F9F-44B8-A4E9-F6104B59126B}" type="pres">
      <dgm:prSet presAssocID="{A7EE992F-89DA-4D4D-9B8E-BBA6F595B930}" presName="root" presStyleCnt="0">
        <dgm:presLayoutVars>
          <dgm:dir/>
          <dgm:resizeHandles val="exact"/>
        </dgm:presLayoutVars>
      </dgm:prSet>
      <dgm:spPr/>
    </dgm:pt>
    <dgm:pt modelId="{72FBF476-4FCF-45D9-917E-7674ECAD2575}" type="pres">
      <dgm:prSet presAssocID="{D559A4DB-09A2-46B8-BE98-D76A68149353}" presName="compNode" presStyleCnt="0"/>
      <dgm:spPr/>
    </dgm:pt>
    <dgm:pt modelId="{28EEC5C1-6DA3-45AD-B79B-68CE927738CD}" type="pres">
      <dgm:prSet presAssocID="{D559A4DB-09A2-46B8-BE98-D76A68149353}" presName="bgRect" presStyleLbl="bgShp" presStyleIdx="0" presStyleCnt="3"/>
      <dgm:spPr/>
    </dgm:pt>
    <dgm:pt modelId="{425F35CD-A504-4DB0-8355-F8937CBDA2D1}" type="pres">
      <dgm:prSet presAssocID="{D559A4DB-09A2-46B8-BE98-D76A681493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61CC176-5688-4C44-A862-8FB2A874B858}" type="pres">
      <dgm:prSet presAssocID="{D559A4DB-09A2-46B8-BE98-D76A68149353}" presName="spaceRect" presStyleCnt="0"/>
      <dgm:spPr/>
    </dgm:pt>
    <dgm:pt modelId="{22F883C3-17D4-41CD-B055-BC55435D59C7}" type="pres">
      <dgm:prSet presAssocID="{D559A4DB-09A2-46B8-BE98-D76A68149353}" presName="parTx" presStyleLbl="revTx" presStyleIdx="0" presStyleCnt="3">
        <dgm:presLayoutVars>
          <dgm:chMax val="0"/>
          <dgm:chPref val="0"/>
        </dgm:presLayoutVars>
      </dgm:prSet>
      <dgm:spPr/>
    </dgm:pt>
    <dgm:pt modelId="{78E7AA55-4735-4C9D-B8CD-0AC55C787D7B}" type="pres">
      <dgm:prSet presAssocID="{B75754A9-A9B1-4355-A4D7-C1C84012EB85}" presName="sibTrans" presStyleCnt="0"/>
      <dgm:spPr/>
    </dgm:pt>
    <dgm:pt modelId="{5B12C1BA-B2A2-4918-B34D-6E3EFCD99D0E}" type="pres">
      <dgm:prSet presAssocID="{22A9CBC1-68A7-43ED-8B23-E399B90C2381}" presName="compNode" presStyleCnt="0"/>
      <dgm:spPr/>
    </dgm:pt>
    <dgm:pt modelId="{EBD1A2BD-8C66-423A-8F22-E76C0DEE6692}" type="pres">
      <dgm:prSet presAssocID="{22A9CBC1-68A7-43ED-8B23-E399B90C2381}" presName="bgRect" presStyleLbl="bgShp" presStyleIdx="1" presStyleCnt="3"/>
      <dgm:spPr/>
    </dgm:pt>
    <dgm:pt modelId="{6477A8CE-BCE7-4252-B2F5-31ABE3CBA520}" type="pres">
      <dgm:prSet presAssocID="{22A9CBC1-68A7-43ED-8B23-E399B90C23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2811A7D4-998F-4DF3-BBF3-4AE6A4109C8C}" type="pres">
      <dgm:prSet presAssocID="{22A9CBC1-68A7-43ED-8B23-E399B90C2381}" presName="spaceRect" presStyleCnt="0"/>
      <dgm:spPr/>
    </dgm:pt>
    <dgm:pt modelId="{3FDBA5BB-F130-4293-AF3C-2B5B2CEFB4D3}" type="pres">
      <dgm:prSet presAssocID="{22A9CBC1-68A7-43ED-8B23-E399B90C2381}" presName="parTx" presStyleLbl="revTx" presStyleIdx="1" presStyleCnt="3">
        <dgm:presLayoutVars>
          <dgm:chMax val="0"/>
          <dgm:chPref val="0"/>
        </dgm:presLayoutVars>
      </dgm:prSet>
      <dgm:spPr/>
    </dgm:pt>
    <dgm:pt modelId="{F7F811A1-E2C1-4D19-B17C-8A105222789B}" type="pres">
      <dgm:prSet presAssocID="{FACF634E-10AA-4655-943F-BF52B5BD6EC9}" presName="sibTrans" presStyleCnt="0"/>
      <dgm:spPr/>
    </dgm:pt>
    <dgm:pt modelId="{7808D998-A77B-47B8-BA99-89E172E9C7BC}" type="pres">
      <dgm:prSet presAssocID="{E474783E-EA00-4496-A565-BF7BF20A2E32}" presName="compNode" presStyleCnt="0"/>
      <dgm:spPr/>
    </dgm:pt>
    <dgm:pt modelId="{0F25B9D0-38C6-4B4F-B08F-0F4DFAD7BBDA}" type="pres">
      <dgm:prSet presAssocID="{E474783E-EA00-4496-A565-BF7BF20A2E32}" presName="bgRect" presStyleLbl="bgShp" presStyleIdx="2" presStyleCnt="3"/>
      <dgm:spPr/>
    </dgm:pt>
    <dgm:pt modelId="{33762FA3-90DC-478C-9BEA-BF032F4E4248}" type="pres">
      <dgm:prSet presAssocID="{E474783E-EA00-4496-A565-BF7BF20A2E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01411F6D-1995-4959-B719-39F4E276649F}" type="pres">
      <dgm:prSet presAssocID="{E474783E-EA00-4496-A565-BF7BF20A2E32}" presName="spaceRect" presStyleCnt="0"/>
      <dgm:spPr/>
    </dgm:pt>
    <dgm:pt modelId="{64AD4393-449F-481C-8DAA-57D1B33D50E8}" type="pres">
      <dgm:prSet presAssocID="{E474783E-EA00-4496-A565-BF7BF20A2E3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E46D06-D881-492D-B7DF-C7D5CD163C20}" srcId="{A7EE992F-89DA-4D4D-9B8E-BBA6F595B930}" destId="{E474783E-EA00-4496-A565-BF7BF20A2E32}" srcOrd="2" destOrd="0" parTransId="{6A9931A1-8817-4723-85F4-602E6B86D904}" sibTransId="{7C6D7673-22C8-43E9-B7B8-C3D2A15A8D27}"/>
    <dgm:cxn modelId="{41DECB23-23F5-401A-B433-07733B1885CA}" type="presOf" srcId="{22A9CBC1-68A7-43ED-8B23-E399B90C2381}" destId="{3FDBA5BB-F130-4293-AF3C-2B5B2CEFB4D3}" srcOrd="0" destOrd="0" presId="urn:microsoft.com/office/officeart/2018/2/layout/IconVerticalSolidList"/>
    <dgm:cxn modelId="{4A799336-24B9-44EE-80DC-09434279CA69}" srcId="{A7EE992F-89DA-4D4D-9B8E-BBA6F595B930}" destId="{22A9CBC1-68A7-43ED-8B23-E399B90C2381}" srcOrd="1" destOrd="0" parTransId="{E3B5B78B-2B39-45CD-8D34-E6E7ED053337}" sibTransId="{FACF634E-10AA-4655-943F-BF52B5BD6EC9}"/>
    <dgm:cxn modelId="{584C9F65-B7F7-45A1-B7A9-E158EC4E72C4}" type="presOf" srcId="{A7EE992F-89DA-4D4D-9B8E-BBA6F595B930}" destId="{F2C161DC-3F9F-44B8-A4E9-F6104B59126B}" srcOrd="0" destOrd="0" presId="urn:microsoft.com/office/officeart/2018/2/layout/IconVerticalSolidList"/>
    <dgm:cxn modelId="{5CD3B578-F5FE-4516-BE6D-0C5FB553859B}" type="presOf" srcId="{E474783E-EA00-4496-A565-BF7BF20A2E32}" destId="{64AD4393-449F-481C-8DAA-57D1B33D50E8}" srcOrd="0" destOrd="0" presId="urn:microsoft.com/office/officeart/2018/2/layout/IconVerticalSolidList"/>
    <dgm:cxn modelId="{0176468B-9259-4A3B-B24D-D261E7A7D266}" type="presOf" srcId="{D559A4DB-09A2-46B8-BE98-D76A68149353}" destId="{22F883C3-17D4-41CD-B055-BC55435D59C7}" srcOrd="0" destOrd="0" presId="urn:microsoft.com/office/officeart/2018/2/layout/IconVerticalSolidList"/>
    <dgm:cxn modelId="{A5F0E6AF-8710-4112-8C51-931B8F585EE2}" srcId="{A7EE992F-89DA-4D4D-9B8E-BBA6F595B930}" destId="{D559A4DB-09A2-46B8-BE98-D76A68149353}" srcOrd="0" destOrd="0" parTransId="{9CB659E1-87A2-41DF-B289-5FA1D4AED87E}" sibTransId="{B75754A9-A9B1-4355-A4D7-C1C84012EB85}"/>
    <dgm:cxn modelId="{7AE32373-2501-49F0-955F-4D327689B30D}" type="presParOf" srcId="{F2C161DC-3F9F-44B8-A4E9-F6104B59126B}" destId="{72FBF476-4FCF-45D9-917E-7674ECAD2575}" srcOrd="0" destOrd="0" presId="urn:microsoft.com/office/officeart/2018/2/layout/IconVerticalSolidList"/>
    <dgm:cxn modelId="{4D007D85-F75B-415E-9217-733F28DC2AF2}" type="presParOf" srcId="{72FBF476-4FCF-45D9-917E-7674ECAD2575}" destId="{28EEC5C1-6DA3-45AD-B79B-68CE927738CD}" srcOrd="0" destOrd="0" presId="urn:microsoft.com/office/officeart/2018/2/layout/IconVerticalSolidList"/>
    <dgm:cxn modelId="{F101F1B4-6871-4108-9330-F9CAB1C4B160}" type="presParOf" srcId="{72FBF476-4FCF-45D9-917E-7674ECAD2575}" destId="{425F35CD-A504-4DB0-8355-F8937CBDA2D1}" srcOrd="1" destOrd="0" presId="urn:microsoft.com/office/officeart/2018/2/layout/IconVerticalSolidList"/>
    <dgm:cxn modelId="{3A7C96D3-26D6-4BA3-881E-CAD9764BE903}" type="presParOf" srcId="{72FBF476-4FCF-45D9-917E-7674ECAD2575}" destId="{361CC176-5688-4C44-A862-8FB2A874B858}" srcOrd="2" destOrd="0" presId="urn:microsoft.com/office/officeart/2018/2/layout/IconVerticalSolidList"/>
    <dgm:cxn modelId="{DE233935-E5A8-40BA-85E2-4A48D27DBE6D}" type="presParOf" srcId="{72FBF476-4FCF-45D9-917E-7674ECAD2575}" destId="{22F883C3-17D4-41CD-B055-BC55435D59C7}" srcOrd="3" destOrd="0" presId="urn:microsoft.com/office/officeart/2018/2/layout/IconVerticalSolidList"/>
    <dgm:cxn modelId="{98649BCC-DF8A-4E48-9636-75EC11DFBEEA}" type="presParOf" srcId="{F2C161DC-3F9F-44B8-A4E9-F6104B59126B}" destId="{78E7AA55-4735-4C9D-B8CD-0AC55C787D7B}" srcOrd="1" destOrd="0" presId="urn:microsoft.com/office/officeart/2018/2/layout/IconVerticalSolidList"/>
    <dgm:cxn modelId="{1F0C5A9A-CA07-4B91-8E6B-E6EF02BEC0AE}" type="presParOf" srcId="{F2C161DC-3F9F-44B8-A4E9-F6104B59126B}" destId="{5B12C1BA-B2A2-4918-B34D-6E3EFCD99D0E}" srcOrd="2" destOrd="0" presId="urn:microsoft.com/office/officeart/2018/2/layout/IconVerticalSolidList"/>
    <dgm:cxn modelId="{916C0A22-3ACA-4EF4-8218-FE542E3A715D}" type="presParOf" srcId="{5B12C1BA-B2A2-4918-B34D-6E3EFCD99D0E}" destId="{EBD1A2BD-8C66-423A-8F22-E76C0DEE6692}" srcOrd="0" destOrd="0" presId="urn:microsoft.com/office/officeart/2018/2/layout/IconVerticalSolidList"/>
    <dgm:cxn modelId="{55D28266-FC68-484F-8438-0B3DD2882C92}" type="presParOf" srcId="{5B12C1BA-B2A2-4918-B34D-6E3EFCD99D0E}" destId="{6477A8CE-BCE7-4252-B2F5-31ABE3CBA520}" srcOrd="1" destOrd="0" presId="urn:microsoft.com/office/officeart/2018/2/layout/IconVerticalSolidList"/>
    <dgm:cxn modelId="{FEA0D3EB-F3B9-457A-BA6C-9E76BDE8B8D4}" type="presParOf" srcId="{5B12C1BA-B2A2-4918-B34D-6E3EFCD99D0E}" destId="{2811A7D4-998F-4DF3-BBF3-4AE6A4109C8C}" srcOrd="2" destOrd="0" presId="urn:microsoft.com/office/officeart/2018/2/layout/IconVerticalSolidList"/>
    <dgm:cxn modelId="{9A47B7BA-8AFF-47AA-9DBA-A4A714CF5D0E}" type="presParOf" srcId="{5B12C1BA-B2A2-4918-B34D-6E3EFCD99D0E}" destId="{3FDBA5BB-F130-4293-AF3C-2B5B2CEFB4D3}" srcOrd="3" destOrd="0" presId="urn:microsoft.com/office/officeart/2018/2/layout/IconVerticalSolidList"/>
    <dgm:cxn modelId="{EF79AD20-BAF6-414D-B1D1-075782271B71}" type="presParOf" srcId="{F2C161DC-3F9F-44B8-A4E9-F6104B59126B}" destId="{F7F811A1-E2C1-4D19-B17C-8A105222789B}" srcOrd="3" destOrd="0" presId="urn:microsoft.com/office/officeart/2018/2/layout/IconVerticalSolidList"/>
    <dgm:cxn modelId="{95BF819D-D569-492E-A2FE-D2C24D5681D4}" type="presParOf" srcId="{F2C161DC-3F9F-44B8-A4E9-F6104B59126B}" destId="{7808D998-A77B-47B8-BA99-89E172E9C7BC}" srcOrd="4" destOrd="0" presId="urn:microsoft.com/office/officeart/2018/2/layout/IconVerticalSolidList"/>
    <dgm:cxn modelId="{ACD76F9A-839A-436F-B1F6-CEA76336F69B}" type="presParOf" srcId="{7808D998-A77B-47B8-BA99-89E172E9C7BC}" destId="{0F25B9D0-38C6-4B4F-B08F-0F4DFAD7BBDA}" srcOrd="0" destOrd="0" presId="urn:microsoft.com/office/officeart/2018/2/layout/IconVerticalSolidList"/>
    <dgm:cxn modelId="{185757C5-BE76-42EB-9FA6-19F1B33B6A92}" type="presParOf" srcId="{7808D998-A77B-47B8-BA99-89E172E9C7BC}" destId="{33762FA3-90DC-478C-9BEA-BF032F4E4248}" srcOrd="1" destOrd="0" presId="urn:microsoft.com/office/officeart/2018/2/layout/IconVerticalSolidList"/>
    <dgm:cxn modelId="{777FCCE9-BF40-4619-AE3D-4960F7186B88}" type="presParOf" srcId="{7808D998-A77B-47B8-BA99-89E172E9C7BC}" destId="{01411F6D-1995-4959-B719-39F4E276649F}" srcOrd="2" destOrd="0" presId="urn:microsoft.com/office/officeart/2018/2/layout/IconVerticalSolidList"/>
    <dgm:cxn modelId="{0726AF0A-298D-476C-A45B-7FE01C0F54C3}" type="presParOf" srcId="{7808D998-A77B-47B8-BA99-89E172E9C7BC}" destId="{64AD4393-449F-481C-8DAA-57D1B33D50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332E2-2A3F-4530-87B6-9CC16FE34CA2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F150FE-3E5A-40D7-909E-0C3E9CF175C7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FDE05-17FE-4206-B999-C51E2FCB61DA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Raw data includes unstructured survey responses with key fields:</a:t>
          </a:r>
        </a:p>
      </dsp:txBody>
      <dsp:txXfrm>
        <a:off x="889864" y="1808"/>
        <a:ext cx="3794084" cy="770445"/>
      </dsp:txXfrm>
    </dsp:sp>
    <dsp:sp modelId="{C84DE63D-3263-46E3-82B5-D477667299C8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335294-C690-437F-9511-7347BC0BBEC6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2F9E3-72C7-4D2C-BAD3-A43BCB066802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Screen Time (weekday/weekend)</a:t>
          </a:r>
        </a:p>
      </dsp:txBody>
      <dsp:txXfrm>
        <a:off x="889864" y="964865"/>
        <a:ext cx="3794084" cy="770445"/>
      </dsp:txXfrm>
    </dsp:sp>
    <dsp:sp modelId="{5776D092-C8BB-4F0D-AAE5-556B2918120F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A162C-6BCB-46FE-8382-94085F21EFB1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4CBE5-55CB-4264-BE9A-9D12CDAE7097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Social Media Use</a:t>
          </a:r>
        </a:p>
      </dsp:txBody>
      <dsp:txXfrm>
        <a:off x="889864" y="1927922"/>
        <a:ext cx="3794084" cy="770445"/>
      </dsp:txXfrm>
    </dsp:sp>
    <dsp:sp modelId="{83781B08-4076-40C6-A1F2-C3F7C0C8D849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797A9-7439-4E40-91A2-50B94ECECE54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BF159-5473-4BBD-9126-2FD432C4A57F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Sleep Quality</a:t>
          </a:r>
        </a:p>
      </dsp:txBody>
      <dsp:txXfrm>
        <a:off x="889864" y="2890979"/>
        <a:ext cx="3794084" cy="770445"/>
      </dsp:txXfrm>
    </dsp:sp>
    <dsp:sp modelId="{994A1FA7-6E6C-4396-A1C2-2EABE24D85EA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2DC02-3477-4B28-AD5A-1C4063F71D41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C482B-8684-4462-8C45-16F97383D003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Stress, Productivity, Anxiety levels</a:t>
          </a:r>
        </a:p>
      </dsp:txBody>
      <dsp:txXfrm>
        <a:off x="889864" y="3854036"/>
        <a:ext cx="3794084" cy="770445"/>
      </dsp:txXfrm>
    </dsp:sp>
    <dsp:sp modelId="{4994A497-E971-4F5F-A874-0BA9D59D6480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B7301-BB9D-4ED2-8505-FA377C8D14F5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9E998-B563-456F-9798-339145E439B1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Initial format was inconsistent and difficult to analyze directly.</a:t>
          </a:r>
        </a:p>
      </dsp:txBody>
      <dsp:txXfrm>
        <a:off x="889864" y="4817093"/>
        <a:ext cx="3794084" cy="770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EC5C1-6DA3-45AD-B79B-68CE927738CD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5F35CD-A504-4DB0-8355-F8937CBDA2D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F883C3-17D4-41CD-B055-BC55435D59C7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Insights derived through interactivity:</a:t>
          </a:r>
        </a:p>
      </dsp:txBody>
      <dsp:txXfrm>
        <a:off x="1844034" y="682"/>
        <a:ext cx="2839914" cy="1596566"/>
      </dsp:txXfrm>
    </dsp:sp>
    <dsp:sp modelId="{EBD1A2BD-8C66-423A-8F22-E76C0DEE6692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7A8CE-BCE7-4252-B2F5-31ABE3CBA520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DBA5BB-F130-4293-AF3C-2B5B2CEFB4D3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Students with &gt;6 </a:t>
          </a:r>
          <a:r>
            <a:rPr lang="en-US" sz="2000" kern="1200" dirty="0" err="1"/>
            <a:t>hrs</a:t>
          </a:r>
          <a:r>
            <a:rPr lang="en-US" sz="2000" kern="1200" dirty="0"/>
            <a:t> of screen time report 30% higher stress.</a:t>
          </a:r>
        </a:p>
      </dsp:txBody>
      <dsp:txXfrm>
        <a:off x="1844034" y="1996390"/>
        <a:ext cx="2839914" cy="1596566"/>
      </dsp:txXfrm>
    </dsp:sp>
    <dsp:sp modelId="{0F25B9D0-38C6-4B4F-B08F-0F4DFAD7BBDA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62FA3-90DC-478C-9BEA-BF032F4E4248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AD4393-449F-481C-8DAA-57D1B33D50E8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Weekend screen time more strongly correlates with </a:t>
          </a:r>
          <a:r>
            <a:rPr lang="en-US" sz="2000" kern="1200"/>
            <a:t>poor sleep</a:t>
          </a:r>
          <a:endParaRPr lang="en-US" sz="2000" kern="1200" dirty="0"/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3F5F4-BEBF-D3C7-1D92-149CC5AC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797" y="599767"/>
            <a:ext cx="8094406" cy="1470025"/>
          </a:xfrm>
        </p:spPr>
        <p:txBody>
          <a:bodyPr/>
          <a:lstStyle/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Uncovering the Impact of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lifestyle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on Mental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6407" y="3151188"/>
            <a:ext cx="7081684" cy="2295883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From Raw Data to Powerful Insights using Power BI</a:t>
            </a:r>
          </a:p>
          <a:p>
            <a:r>
              <a:rPr dirty="0">
                <a:solidFill>
                  <a:schemeClr val="bg1"/>
                </a:solidFill>
              </a:rPr>
              <a:t>Presented by: </a:t>
            </a:r>
            <a:r>
              <a:rPr lang="en-US" dirty="0">
                <a:solidFill>
                  <a:schemeClr val="bg1"/>
                </a:solidFill>
              </a:rPr>
              <a:t>Dhiraj P. Badre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The Challenge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944146" cy="6246082"/>
          </a:xfrm>
        </p:spPr>
        <p:txBody>
          <a:bodyPr anchor="ctr">
            <a:normAutofit/>
          </a:bodyPr>
          <a:lstStyle/>
          <a:p>
            <a:r>
              <a:rPr sz="2400" dirty="0">
                <a:solidFill>
                  <a:schemeClr val="tx1">
                    <a:alpha val="80000"/>
                  </a:schemeClr>
                </a:solidFill>
              </a:rPr>
              <a:t>In today’s digital age, screen time and social media use have become a part of daily life  but at what cost?</a:t>
            </a:r>
          </a:p>
          <a:p>
            <a:endParaRPr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sz="2400" b="1" dirty="0">
                <a:solidFill>
                  <a:schemeClr val="tx1">
                    <a:alpha val="80000"/>
                  </a:schemeClr>
                </a:solidFill>
              </a:rPr>
              <a:t>Objective: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	</a:t>
            </a:r>
            <a:r>
              <a:rPr sz="2400" dirty="0">
                <a:solidFill>
                  <a:schemeClr val="tx1">
                    <a:alpha val="80000"/>
                  </a:schemeClr>
                </a:solidFill>
              </a:rPr>
              <a:t>To analyze how digital consumption influences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	</a:t>
            </a:r>
            <a:r>
              <a:rPr sz="2400" dirty="0">
                <a:solidFill>
                  <a:schemeClr val="tx1">
                    <a:alpha val="80000"/>
                  </a:schemeClr>
                </a:solidFill>
              </a:rPr>
              <a:t>mental health, stress, sleep,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and</a:t>
            </a:r>
          </a:p>
          <a:p>
            <a:pPr marL="0" indent="0">
              <a:buNone/>
            </a:pPr>
            <a:r>
              <a:rPr sz="2400" dirty="0">
                <a:solidFill>
                  <a:schemeClr val="tx1">
                    <a:alpha val="80000"/>
                  </a:schemeClr>
                </a:solidFill>
              </a:rPr>
              <a:t>productivity using survey 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sz="2400" dirty="0">
                <a:solidFill>
                  <a:schemeClr val="tx1">
                    <a:alpha val="80000"/>
                  </a:schemeClr>
                </a:solidFill>
              </a:rPr>
              <a:t>data.</a:t>
            </a:r>
            <a:endParaRPr sz="18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/>
              <a:t>The Raw Reality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258493-72CD-E0D3-A797-3FFDDBEC3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07611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600"/>
              <a:t>The Transformation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10" y="2227943"/>
            <a:ext cx="5527964" cy="4245593"/>
          </a:xfrm>
        </p:spPr>
        <p:txBody>
          <a:bodyPr anchor="ctr">
            <a:normAutofit/>
          </a:bodyPr>
          <a:lstStyle/>
          <a:p>
            <a:r>
              <a:rPr lang="en-US" sz="2100" dirty="0"/>
              <a:t>Key steps in data preparation:</a:t>
            </a:r>
          </a:p>
          <a:p>
            <a:pPr marL="0" indent="0">
              <a:buNone/>
            </a:pPr>
            <a:r>
              <a:rPr lang="en-US" sz="2100" dirty="0"/>
              <a:t>	- Removed missing values</a:t>
            </a:r>
          </a:p>
          <a:p>
            <a:pPr marL="0" indent="0">
              <a:buNone/>
            </a:pPr>
            <a:r>
              <a:rPr lang="en-US" sz="2100" dirty="0"/>
              <a:t>	- Standardized formats</a:t>
            </a:r>
          </a:p>
          <a:p>
            <a:pPr marL="0" indent="0">
              <a:buNone/>
            </a:pPr>
            <a:r>
              <a:rPr lang="en-US" sz="2100" dirty="0"/>
              <a:t>	- Created calculated columns (e.g., Total Screen Time)</a:t>
            </a:r>
          </a:p>
          <a:p>
            <a:pPr marL="0" indent="0">
              <a:buNone/>
            </a:pPr>
            <a:r>
              <a:rPr lang="en-US" sz="2100" dirty="0"/>
              <a:t>	- Used DAX for metrics like Avg Stress Level, High Usage Flags</a:t>
            </a:r>
          </a:p>
          <a:p>
            <a:pPr marL="0" indent="0">
              <a:buNone/>
            </a:pPr>
            <a:r>
              <a:rPr lang="en-US" sz="2100" dirty="0"/>
              <a:t>	- Built data model for visual relationships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C99DE763-1410-9C13-C7B7-3717F6F5E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Power BI Dashboard (Visual Overview)</a:t>
            </a:r>
          </a:p>
        </p:txBody>
      </p:sp>
      <p:pic>
        <p:nvPicPr>
          <p:cNvPr id="5" name="Picture 4" descr="Abstract background">
            <a:extLst>
              <a:ext uri="{FF2B5EF4-FFF2-40B4-BE49-F238E27FC236}">
                <a16:creationId xmlns:a16="http://schemas.microsoft.com/office/drawing/2014/main" id="{FEA4C507-0D8D-5FCF-70E1-B630D7F22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76" r="13323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1445" y="2551176"/>
            <a:ext cx="4540828" cy="359120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This slide includes a screenshot of the final Power BI dashboard.</a:t>
            </a:r>
          </a:p>
          <a:p>
            <a:endParaRPr lang="en-US" sz="2400" dirty="0"/>
          </a:p>
          <a:p>
            <a:r>
              <a:rPr lang="en-US" sz="2400" dirty="0"/>
              <a:t>[Insert dashboard screenshot here]</a:t>
            </a:r>
          </a:p>
          <a:p>
            <a:r>
              <a:rPr lang="en-US" sz="2400" dirty="0"/>
              <a:t>Highlights:</a:t>
            </a:r>
          </a:p>
          <a:p>
            <a:pPr marL="0" indent="0">
              <a:buNone/>
            </a:pPr>
            <a:r>
              <a:rPr lang="en-US" sz="2400" dirty="0"/>
              <a:t>	- Filters (Age, Gender)</a:t>
            </a:r>
          </a:p>
          <a:p>
            <a:pPr marL="0" indent="0">
              <a:buNone/>
            </a:pPr>
            <a:r>
              <a:rPr lang="en-US" sz="2400" dirty="0"/>
              <a:t>	- KPIs (Screen Time, Sleep, Stress)</a:t>
            </a:r>
          </a:p>
          <a:p>
            <a:pPr marL="0" indent="0">
              <a:buNone/>
            </a:pPr>
            <a:r>
              <a:rPr lang="en-US" sz="2400" dirty="0"/>
              <a:t>	- Multiple visuals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dirty="0"/>
              <a:t>Interactive Insights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3B624F-45BC-64C5-E21B-B7B654BD6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06508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ock chart with blue graphs">
            <a:extLst>
              <a:ext uri="{FF2B5EF4-FFF2-40B4-BE49-F238E27FC236}">
                <a16:creationId xmlns:a16="http://schemas.microsoft.com/office/drawing/2014/main" id="{037D81C5-2052-9686-EFEA-DCEDCFCEAF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22" r="22114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4712"/>
          </a:xfrm>
        </p:spPr>
        <p:txBody>
          <a:bodyPr anchor="b">
            <a:normAutofit/>
          </a:bodyPr>
          <a:lstStyle/>
          <a:p>
            <a:r>
              <a:rPr lang="en-US" sz="2800" b="1" dirty="0"/>
              <a:t>Insights in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19" y="2718054"/>
            <a:ext cx="5114563" cy="3207258"/>
          </a:xfrm>
        </p:spPr>
        <p:txBody>
          <a:bodyPr anchor="t">
            <a:normAutofit/>
          </a:bodyPr>
          <a:lstStyle/>
          <a:p>
            <a:r>
              <a:rPr lang="en-US" sz="2000" dirty="0"/>
              <a:t>Key Visuals:</a:t>
            </a:r>
          </a:p>
          <a:p>
            <a:pPr marL="0" indent="0">
              <a:buNone/>
            </a:pPr>
            <a:r>
              <a:rPr lang="en-US" sz="2000" dirty="0"/>
              <a:t>	- Bar Chart: Social Media vs Stress</a:t>
            </a:r>
          </a:p>
          <a:p>
            <a:pPr marL="0" indent="0">
              <a:buNone/>
            </a:pPr>
            <a:r>
              <a:rPr lang="en-US" sz="2000" dirty="0"/>
              <a:t>	- Line Chart: Sleep Quality vs Screen Time</a:t>
            </a:r>
          </a:p>
          <a:p>
            <a:pPr marL="0" indent="0">
              <a:buNone/>
            </a:pPr>
            <a:r>
              <a:rPr lang="en-US" sz="2000" dirty="0"/>
              <a:t>	- Pie Chart: Device Preference</a:t>
            </a:r>
          </a:p>
          <a:p>
            <a:endParaRPr lang="en-US" sz="2000" dirty="0"/>
          </a:p>
          <a:p>
            <a:r>
              <a:rPr lang="en-US" sz="2000" dirty="0"/>
              <a:t>These help communicate patterns in behavior and mental health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From Data to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395" y="1737890"/>
            <a:ext cx="5943334" cy="443263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Takeaways:</a:t>
            </a:r>
          </a:p>
          <a:p>
            <a:pPr marL="0" indent="0">
              <a:buNone/>
            </a:pPr>
            <a:r>
              <a:rPr lang="en-US" sz="2400" dirty="0"/>
              <a:t>	- Digital behavior significantly affects 	mental well-being</a:t>
            </a:r>
          </a:p>
          <a:p>
            <a:pPr marL="0" indent="0">
              <a:buNone/>
            </a:pPr>
            <a:r>
              <a:rPr lang="en-US" sz="2400" dirty="0"/>
              <a:t>	- Data visualization enables actionable 	insights</a:t>
            </a:r>
          </a:p>
          <a:p>
            <a:pPr marL="0" indent="0">
              <a:buNone/>
            </a:pPr>
            <a:r>
              <a:rPr lang="en-US" sz="2400" dirty="0"/>
              <a:t>	- Monitor screen usage</a:t>
            </a:r>
          </a:p>
          <a:p>
            <a:pPr marL="0" indent="0">
              <a:buNone/>
            </a:pPr>
            <a:r>
              <a:rPr lang="en-US" sz="2400" dirty="0"/>
              <a:t>	- Promote balanced digital habits</a:t>
            </a:r>
          </a:p>
          <a:p>
            <a:pPr marL="0" indent="0">
              <a:buNone/>
            </a:pPr>
            <a:r>
              <a:rPr lang="en-US" sz="2400" dirty="0"/>
              <a:t>	- Educate on mental health impacts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hought bubble">
            <a:extLst>
              <a:ext uri="{FF2B5EF4-FFF2-40B4-BE49-F238E27FC236}">
                <a16:creationId xmlns:a16="http://schemas.microsoft.com/office/drawing/2014/main" id="{DF2B5C4D-761A-DEC0-6231-473FB4D3B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" y="4212709"/>
            <a:ext cx="6174222" cy="1337699"/>
          </a:xfrm>
        </p:spPr>
        <p:txBody>
          <a:bodyPr anchor="b">
            <a:normAutofit/>
          </a:bodyPr>
          <a:lstStyle/>
          <a:p>
            <a:r>
              <a:rPr lang="en-US" sz="5200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0F483-D38A-AB20-A5E3-E78FA6EAD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19" y="1406858"/>
            <a:ext cx="2201790" cy="22017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1107907"/>
            <a:ext cx="4060699" cy="2799692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  <a:p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4C617-762A-710F-C2FC-6B2ABEC99DF2}"/>
              </a:ext>
            </a:extLst>
          </p:cNvPr>
          <p:cNvSpPr txBox="1"/>
          <p:nvPr/>
        </p:nvSpPr>
        <p:spPr>
          <a:xfrm>
            <a:off x="805156" y="3576282"/>
            <a:ext cx="3400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Project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1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FA4AC33-CBCB-4DAF-BF97-59905D71B312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B90482C-CC7B-47BE-97F2-B4A7189739EF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342</Words>
  <Application>Microsoft Office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Uncovering the Impact of  lifestyle on Mental Health</vt:lpstr>
      <vt:lpstr>The Challenge</vt:lpstr>
      <vt:lpstr>The Raw Reality</vt:lpstr>
      <vt:lpstr>The Transformation Process</vt:lpstr>
      <vt:lpstr>Power BI Dashboard (Visual Overview)</vt:lpstr>
      <vt:lpstr>Interactive Insights</vt:lpstr>
      <vt:lpstr>Insights in Action</vt:lpstr>
      <vt:lpstr>From Data to Decisions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dhiraj badre</cp:lastModifiedBy>
  <cp:revision>3</cp:revision>
  <dcterms:created xsi:type="dcterms:W3CDTF">2013-01-27T09:14:16Z</dcterms:created>
  <dcterms:modified xsi:type="dcterms:W3CDTF">2025-06-01T04:31:44Z</dcterms:modified>
  <cp:category/>
</cp:coreProperties>
</file>